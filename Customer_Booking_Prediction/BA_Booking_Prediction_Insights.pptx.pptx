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a5126dc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a5126dc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British Airways:Booking Prediction Analysis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2: Predictive Modeling Rrsults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Findings and Model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Accuracy:88.88%(High Reliability)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 Predictor:Purchase Lead(Early planning is strong indicator of booking)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Secondary Drivers:Flight hour and Length of stay.</a:t>
            </a:r>
            <a:endParaRPr/>
          </a:p>
        </p:txBody>
      </p:sp>
      <p:pic>
        <p:nvPicPr>
          <p:cNvPr id="61" name="Google Shape;61;p14" title="british airway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11615"/>
            <a:ext cx="692551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